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56" r:id="rId3"/>
    <p:sldId id="258" r:id="rId5"/>
    <p:sldId id="262" r:id="rId6"/>
    <p:sldId id="261" r:id="rId7"/>
    <p:sldId id="260" r:id="rId8"/>
    <p:sldId id="259" r:id="rId9"/>
    <p:sldId id="263" r:id="rId10"/>
    <p:sldId id="265" r:id="rId11"/>
    <p:sldId id="269" r:id="rId12"/>
    <p:sldId id="264" r:id="rId13"/>
    <p:sldId id="268" r:id="rId14"/>
  </p:sldIdLst>
  <p:sldSz cx="9144000" cy="6858000" type="screen4x3"/>
  <p:notesSz cx="6858000" cy="9144000"/>
  <p:defaultTextStyle>
    <a:defPPr>
      <a:defRPr lang="en-US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3217"/>
    <a:srgbClr val="420408"/>
    <a:srgbClr val="0D0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71" d="100"/>
          <a:sy n="71" d="100"/>
        </p:scale>
        <p:origin x="-1136" y="2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Title of the project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D65D1B-4878-47F4-A64E-DF6BAA956D7E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CSE Dept., SET-Jain University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en-US" sz="1200" dirty="0">
                <a:latin typeface="Calibri" panose="020F0502020204030204" pitchFamily="34" charset="0"/>
              </a:rPr>
            </a:fld>
            <a:endParaRPr lang="en-US" altLang="en-US" sz="12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1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Title of the project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E49C896-B1F7-42D3-B379-D84BAE1F72E3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700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01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CSE Dept., SET-Jain University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01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en-US" sz="1200" dirty="0">
                <a:latin typeface="Calibri" panose="020F0502020204030204" pitchFamily="34" charset="0"/>
              </a:rPr>
            </a:fld>
            <a:endParaRPr lang="en-US" altLang="en-US" sz="12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r>
              <a:rPr lang="en-US" altLang="en-US" sz="1200" dirty="0">
                <a:latin typeface="Arial" panose="020B0604020202020204" pitchFamily="34" charset="0"/>
              </a:rPr>
              <a:t>Title of the project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30723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en-US" altLang="en-US" sz="1200" dirty="0">
                <a:latin typeface="Arial" panose="020B0604020202020204" pitchFamily="34" charset="0"/>
              </a:rPr>
              <a:t>CSE Dept., SET-Jain University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3072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>
                <a:latin typeface="Arial" panose="020B0604020202020204" pitchFamily="34" charset="0"/>
              </a:rPr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3072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3072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Freeform 8"/>
          <p:cNvSpPr/>
          <p:nvPr/>
        </p:nvSpPr>
        <p:spPr>
          <a:xfrm>
            <a:off x="-31750" y="4321175"/>
            <a:ext cx="1395413" cy="78105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2147483647" y="2147483647"/>
              </a:cxn>
            </a:cxnLst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pic>
        <p:nvPicPr>
          <p:cNvPr id="2054" name="Picture 3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304800"/>
            <a:ext cx="1416050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3863" y="4529138"/>
            <a:ext cx="584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82A147-CBC7-4C5D-839E-B7CA253D168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pic>
        <p:nvPicPr>
          <p:cNvPr id="3078" name="Picture 3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125413"/>
            <a:ext cx="1416050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Date Placeholder 3"/>
          <p:cNvSpPr>
            <a:spLocks noGrp="1"/>
          </p:cNvSpPr>
          <p:nvPr>
            <p:ph type="dt" sz="half" idx="2"/>
          </p:nvPr>
        </p:nvSpPr>
        <p:spPr>
          <a:xfrm>
            <a:off x="1943100" y="6103938"/>
            <a:ext cx="952500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4BF0F24-9822-4852-94C5-14FFDA0157E7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600" y="6103938"/>
            <a:ext cx="487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48613" y="6140450"/>
            <a:ext cx="7762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algn="ctr" fontAlgn="auto">
              <a:spcBef>
                <a:spcPts val="0"/>
              </a:spcBef>
              <a:spcAft>
                <a:spcPts val="0"/>
              </a:spcAft>
              <a:defRPr lang="en-IN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(#)  of 12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Freeform 11"/>
          <p:cNvSpPr/>
          <p:nvPr/>
        </p:nvSpPr>
        <p:spPr>
          <a:xfrm flipV="1">
            <a:off x="0" y="3167063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Slide Number Placeholder 5"/>
          <p:cNvSpPr txBox="1"/>
          <p:nvPr/>
        </p:nvSpPr>
        <p:spPr>
          <a:xfrm>
            <a:off x="7948613" y="6140450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(#)  of 12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103" name="Picture 3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304800"/>
            <a:ext cx="1416050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7" name="Date Placeholder 3"/>
          <p:cNvSpPr>
            <a:spLocks noGrp="1"/>
          </p:cNvSpPr>
          <p:nvPr>
            <p:ph type="dt" sz="half" idx="2"/>
          </p:nvPr>
        </p:nvSpPr>
        <p:spPr>
          <a:xfrm>
            <a:off x="1908175" y="612933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C51EFF6-FB9F-4E88-846D-A0E2569634EA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4938" y="6129338"/>
            <a:ext cx="5173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175" y="324485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Slide Number Placeholder 5"/>
          <p:cNvSpPr txBox="1"/>
          <p:nvPr/>
        </p:nvSpPr>
        <p:spPr>
          <a:xfrm>
            <a:off x="7948613" y="6140450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(#)  of 12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7" name="Picture 3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7938" y="125413"/>
            <a:ext cx="1416050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7" name="Date Placeholder 1"/>
          <p:cNvSpPr>
            <a:spLocks noGrp="1"/>
          </p:cNvSpPr>
          <p:nvPr>
            <p:ph type="dt" sz="half" idx="12"/>
          </p:nvPr>
        </p:nvSpPr>
        <p:spPr>
          <a:xfrm>
            <a:off x="1828800" y="6111875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97B91C6-A360-4486-920B-07236A69ECA6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Footer Placeholder 13"/>
          <p:cNvSpPr>
            <a:spLocks noGrp="1"/>
          </p:cNvSpPr>
          <p:nvPr>
            <p:ph type="ftr" sz="quarter" idx="3"/>
          </p:nvPr>
        </p:nvSpPr>
        <p:spPr>
          <a:xfrm>
            <a:off x="2595563" y="6135688"/>
            <a:ext cx="5064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Slide Number Placeholder 14"/>
          <p:cNvSpPr>
            <a:spLocks noGrp="1"/>
          </p:cNvSpPr>
          <p:nvPr>
            <p:ph type="sldNum" sz="quarter" idx="4"/>
          </p:nvPr>
        </p:nvSpPr>
        <p:spPr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Slide Number Placeholder 5"/>
          <p:cNvSpPr txBox="1"/>
          <p:nvPr/>
        </p:nvSpPr>
        <p:spPr>
          <a:xfrm>
            <a:off x="7948613" y="6140450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(#)  of 12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51" name="Picture 3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304800"/>
            <a:ext cx="1416050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38" name="Date Placeholder 1"/>
          <p:cNvSpPr>
            <a:spLocks noGrp="1"/>
          </p:cNvSpPr>
          <p:nvPr>
            <p:ph type="dt" sz="half" idx="12"/>
          </p:nvPr>
        </p:nvSpPr>
        <p:spPr>
          <a:xfrm>
            <a:off x="1943100" y="6156325"/>
            <a:ext cx="876300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EE97578-B622-4EDE-ADB7-90441716F8A5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2819400" y="6156325"/>
            <a:ext cx="487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pic>
        <p:nvPicPr>
          <p:cNvPr id="7174" name="Picture 3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8700" y="165100"/>
            <a:ext cx="1416050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Date Placeholder 1"/>
          <p:cNvSpPr>
            <a:spLocks noGrp="1"/>
          </p:cNvSpPr>
          <p:nvPr>
            <p:ph type="dt" sz="half" idx="2"/>
          </p:nvPr>
        </p:nvSpPr>
        <p:spPr>
          <a:xfrm>
            <a:off x="1943100" y="6156325"/>
            <a:ext cx="876300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9B03FA8-0D1D-4DBD-91FA-34D589472BD8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19400" y="6156325"/>
            <a:ext cx="487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48613" y="6140450"/>
            <a:ext cx="7762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 algn="ctr" fontAlgn="auto">
              <a:spcBef>
                <a:spcPts val="0"/>
              </a:spcBef>
              <a:spcAft>
                <a:spcPts val="0"/>
              </a:spcAft>
              <a:defRPr lang="en-IN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(#)  of 12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Slide Number Placeholder 5"/>
          <p:cNvSpPr txBox="1"/>
          <p:nvPr/>
        </p:nvSpPr>
        <p:spPr>
          <a:xfrm>
            <a:off x="7948613" y="6140450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(#)  of 12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199" name="Picture 3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304800"/>
            <a:ext cx="1416050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" name="Date Placeholder 1"/>
          <p:cNvSpPr>
            <a:spLocks noGrp="1"/>
          </p:cNvSpPr>
          <p:nvPr>
            <p:ph type="dt" sz="half" idx="2"/>
          </p:nvPr>
        </p:nvSpPr>
        <p:spPr>
          <a:xfrm>
            <a:off x="1943100" y="6156325"/>
            <a:ext cx="876300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96EC54A-439F-4F7D-B89E-D2B4329EC00F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19400" y="6156325"/>
            <a:ext cx="502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Slide Number Placeholder 5"/>
          <p:cNvSpPr txBox="1"/>
          <p:nvPr/>
        </p:nvSpPr>
        <p:spPr>
          <a:xfrm>
            <a:off x="7948613" y="6140450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(#)  of 12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223" name="Picture 3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7938" y="58738"/>
            <a:ext cx="1416050" cy="4556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38" name="Date Placeholder 1"/>
          <p:cNvSpPr>
            <a:spLocks noGrp="1"/>
          </p:cNvSpPr>
          <p:nvPr>
            <p:ph type="dt" sz="half" idx="12"/>
          </p:nvPr>
        </p:nvSpPr>
        <p:spPr>
          <a:xfrm>
            <a:off x="1943100" y="6156325"/>
            <a:ext cx="876300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290FA49-AE4E-4E10-8D9A-5AFC2F58E9D8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19400" y="6156325"/>
            <a:ext cx="502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Freeform 11"/>
          <p:cNvSpPr/>
          <p:nvPr/>
        </p:nvSpPr>
        <p:spPr>
          <a:xfrm flipV="1">
            <a:off x="0" y="4910138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Date Placeholder 1"/>
          <p:cNvSpPr txBox="1"/>
          <p:nvPr/>
        </p:nvSpPr>
        <p:spPr>
          <a:xfrm>
            <a:off x="1949450" y="6188075"/>
            <a:ext cx="876300" cy="36988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B7BC46C-3AC0-4BB2-A5DF-9CF601BEACAA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2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5"/>
          <p:cNvSpPr txBox="1"/>
          <p:nvPr/>
        </p:nvSpPr>
        <p:spPr>
          <a:xfrm>
            <a:off x="7954963" y="6091238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of ##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8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511175" y="4983163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82A147-CBC7-4C5D-839E-B7CA253D168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Freeform 11"/>
          <p:cNvSpPr/>
          <p:nvPr/>
        </p:nvSpPr>
        <p:spPr>
          <a:xfrm flipV="1">
            <a:off x="0" y="3167063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Date Placeholder 1"/>
          <p:cNvSpPr txBox="1"/>
          <p:nvPr/>
        </p:nvSpPr>
        <p:spPr>
          <a:xfrm>
            <a:off x="1949450" y="6188075"/>
            <a:ext cx="876300" cy="36988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B7BC46C-3AC0-4BB2-A5DF-9CF601BEACAA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2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5"/>
          <p:cNvSpPr txBox="1"/>
          <p:nvPr/>
        </p:nvSpPr>
        <p:spPr>
          <a:xfrm>
            <a:off x="7954963" y="6091238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of ##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1273" name="Picture 3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0" y="38100"/>
            <a:ext cx="1416050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175" y="324485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82A147-CBC7-4C5D-839E-B7CA253D168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Freeform 11"/>
          <p:cNvSpPr/>
          <p:nvPr/>
        </p:nvSpPr>
        <p:spPr>
          <a:xfrm flipV="1">
            <a:off x="0" y="3167063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8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endParaRPr kumimoji="0" lang="en-US" altLang="en-US" sz="8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6" name="TextBox 62"/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8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endParaRPr kumimoji="0" lang="en-US" altLang="en-US" sz="8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7" name="Date Placeholder 1"/>
          <p:cNvSpPr txBox="1"/>
          <p:nvPr/>
        </p:nvSpPr>
        <p:spPr>
          <a:xfrm>
            <a:off x="1949450" y="6188075"/>
            <a:ext cx="876300" cy="36988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B7BC46C-3AC0-4BB2-A5DF-9CF601BEACAA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Footer Placeholder 2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Slide Number Placeholder 5"/>
          <p:cNvSpPr txBox="1"/>
          <p:nvPr/>
        </p:nvSpPr>
        <p:spPr>
          <a:xfrm>
            <a:off x="7954963" y="6091238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of ##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299" name="Picture 3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0" y="38100"/>
            <a:ext cx="1416050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175" y="324485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82A147-CBC7-4C5D-839E-B7CA253D168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Freeform 11"/>
          <p:cNvSpPr/>
          <p:nvPr/>
        </p:nvSpPr>
        <p:spPr>
          <a:xfrm flipV="1">
            <a:off x="0" y="4910138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511175" y="4983163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82A147-CBC7-4C5D-839E-B7CA253D168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Freeform 11"/>
          <p:cNvSpPr/>
          <p:nvPr/>
        </p:nvSpPr>
        <p:spPr>
          <a:xfrm flipV="1">
            <a:off x="0" y="4910138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8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endParaRPr kumimoji="0" lang="en-US" altLang="en-US" sz="8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6" name="TextBox 62"/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8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endParaRPr kumimoji="0" lang="en-US" altLang="en-US" sz="8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7" name="Date Placeholder 1"/>
          <p:cNvSpPr txBox="1"/>
          <p:nvPr/>
        </p:nvSpPr>
        <p:spPr>
          <a:xfrm>
            <a:off x="1949450" y="6188075"/>
            <a:ext cx="876300" cy="36988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B7BC46C-3AC0-4BB2-A5DF-9CF601BEACAA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Footer Placeholder 2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Slide Number Placeholder 5"/>
          <p:cNvSpPr txBox="1"/>
          <p:nvPr/>
        </p:nvSpPr>
        <p:spPr>
          <a:xfrm>
            <a:off x="7954963" y="6091238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of ##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0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511175" y="4983163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82A147-CBC7-4C5D-839E-B7CA253D168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Freeform 11"/>
          <p:cNvSpPr/>
          <p:nvPr/>
        </p:nvSpPr>
        <p:spPr>
          <a:xfrm flipV="1">
            <a:off x="0" y="4910138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Date Placeholder 1"/>
          <p:cNvSpPr txBox="1"/>
          <p:nvPr/>
        </p:nvSpPr>
        <p:spPr>
          <a:xfrm>
            <a:off x="1949450" y="6188075"/>
            <a:ext cx="876300" cy="36988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B7BC46C-3AC0-4BB2-A5DF-9CF601BEACAA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2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5"/>
          <p:cNvSpPr txBox="1"/>
          <p:nvPr/>
        </p:nvSpPr>
        <p:spPr>
          <a:xfrm>
            <a:off x="7954963" y="6091238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of ##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8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511175" y="4983163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82A147-CBC7-4C5D-839E-B7CA253D168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Date Placeholder 1"/>
          <p:cNvSpPr txBox="1"/>
          <p:nvPr/>
        </p:nvSpPr>
        <p:spPr>
          <a:xfrm>
            <a:off x="1949450" y="6188075"/>
            <a:ext cx="876300" cy="36988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B7BC46C-3AC0-4BB2-A5DF-9CF601BEACAA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2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5"/>
          <p:cNvSpPr txBox="1"/>
          <p:nvPr/>
        </p:nvSpPr>
        <p:spPr>
          <a:xfrm>
            <a:off x="7954963" y="6091238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of ##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82A147-CBC7-4C5D-839E-B7CA253D168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5" name="Date Placeholder 1"/>
          <p:cNvSpPr txBox="1"/>
          <p:nvPr/>
        </p:nvSpPr>
        <p:spPr>
          <a:xfrm>
            <a:off x="1949450" y="6188075"/>
            <a:ext cx="876300" cy="36988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B7BC46C-3AC0-4BB2-A5DF-9CF601BEACAA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2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Slide Number Placeholder 5"/>
          <p:cNvSpPr txBox="1"/>
          <p:nvPr/>
        </p:nvSpPr>
        <p:spPr>
          <a:xfrm>
            <a:off x="7954963" y="6091238"/>
            <a:ext cx="77628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defTabSz="457200" rtl="0" eaLnBrk="1" fontAlgn="auto" hangingPunct="1">
              <a:spcBef>
                <a:spcPts val="0"/>
              </a:spcBef>
              <a:spcAft>
                <a:spcPts val="0"/>
              </a:spcAft>
              <a:defRPr lang="en-IN" sz="9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of ##</a:t>
            </a:r>
            <a:endParaRPr kumimoji="0" lang="en-I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82A147-CBC7-4C5D-839E-B7CA253D168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35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6" name="Freeform 11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7" name="Freeform 12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8" name="Freeform 13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0" y="0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9" name="Freeform 14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2147483647" y="2147483647"/>
                </a:cxn>
              </a:cxnLst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50" name="Freeform 15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51" name="Freeform 16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52" name="Freeform 17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</a:cxnLst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53" name="Freeform 18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</a:cxnLst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54" name="Freeform 19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55" name="Freeform 20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</a:cxnLst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56" name="Freeform 21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0" y="2147483647"/>
                </a:cxn>
                <a:cxn ang="0">
                  <a:pos x="2147483647" y="2147483647"/>
                </a:cxn>
              </a:cxnLst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57" name="Freeform 22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grpSp>
        <p:nvGrpSpPr>
          <p:cNvPr id="1027" name="Group 48"/>
          <p:cNvGrpSpPr/>
          <p:nvPr/>
        </p:nvGrpSpPr>
        <p:grpSpPr>
          <a:xfrm>
            <a:off x="20638" y="0"/>
            <a:ext cx="1952625" cy="6853238"/>
            <a:chOff x="6627813" y="196102"/>
            <a:chExt cx="1952625" cy="5677649"/>
          </a:xfrm>
        </p:grpSpPr>
        <p:sp>
          <p:nvSpPr>
            <p:cNvPr id="1034" name="Freeform 27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Freeform 28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Freeform 29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Freeform 30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Freeform 31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Freeform 32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2147483647" y="2147483647"/>
                </a:cxn>
              </a:cxnLst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Freeform 33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0" y="2147483647"/>
                </a:cxn>
                <a:cxn ang="0">
                  <a:pos x="2147483647" y="2147483647"/>
                </a:cxn>
              </a:cxnLst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Freeform 34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2" name="Freeform 35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</a:cxnLst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3" name="Freeform 36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</a:cxnLst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4" name="Freeform 37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5" name="Freeform 38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563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29" name="Title Placeholder 1"/>
          <p:cNvSpPr>
            <a:spLocks noGrp="1"/>
          </p:cNvSpPr>
          <p:nvPr>
            <p:ph type="title"/>
          </p:nvPr>
        </p:nvSpPr>
        <p:spPr>
          <a:xfrm>
            <a:off x="1944688" y="623888"/>
            <a:ext cx="6589712" cy="12811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82A147-CBC7-4C5D-839E-B7CA253D168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en-US" altLang="en-US" dirty="0">
                <a:latin typeface="Century Gothic" panose="020B0502020202020204" pitchFamily="34" charset="0"/>
              </a:rPr>
            </a:fld>
            <a:endParaRPr lang="en-US" altLang="en-US" dirty="0">
              <a:latin typeface="Century Gothic" panose="020B0502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1581AA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876300" y="42863"/>
            <a:ext cx="8153400" cy="8588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35" name="Rectangle 3"/>
          <p:cNvSpPr>
            <a:spLocks noGrp="1"/>
          </p:cNvSpPr>
          <p:nvPr>
            <p:ph type="subTitle" idx="1"/>
          </p:nvPr>
        </p:nvSpPr>
        <p:spPr>
          <a:xfrm>
            <a:off x="876300" y="2779713"/>
            <a:ext cx="7772400" cy="731837"/>
          </a:xfrm>
          <a:ln/>
        </p:spPr>
        <p:txBody>
          <a:bodyPr vert="horz" wrap="square" lIns="91440" tIns="45720" rIns="91440" bIns="45720" anchor="t" anchorCtr="0"/>
          <a:p>
            <a:pPr algn="ctr" defTabSz="457200" eaLnBrk="1" hangingPunct="1">
              <a:buSzTx/>
            </a:pPr>
            <a:r>
              <a:rPr lang="en-US" altLang="en-US" sz="2800" b="1" kern="1200" dirty="0">
                <a:solidFill>
                  <a:srgbClr val="420408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PROJECT TITLE</a:t>
            </a:r>
            <a:endParaRPr lang="en-US" altLang="en-US" sz="2800" b="1" kern="1200" dirty="0">
              <a:solidFill>
                <a:srgbClr val="420408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algn="ctr" defTabSz="457200" eaLnBrk="1" hangingPunct="1">
              <a:buSzTx/>
            </a:pPr>
            <a:r>
              <a:rPr lang="en-US" altLang="en-US" sz="2800" b="1" kern="1200" dirty="0">
                <a:solidFill>
                  <a:srgbClr val="420408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Team No : </a:t>
            </a:r>
            <a:endParaRPr lang="en-US" altLang="en-US" sz="2800" b="1" kern="1200" dirty="0">
              <a:solidFill>
                <a:srgbClr val="420408"/>
              </a:solidFill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18436" name="TextBox 1"/>
          <p:cNvSpPr txBox="1"/>
          <p:nvPr/>
        </p:nvSpPr>
        <p:spPr>
          <a:xfrm>
            <a:off x="2590800" y="5105400"/>
            <a:ext cx="396240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IN" altLang="en-US" b="1" dirty="0">
                <a:latin typeface="Arial" panose="020B0604020202020204" pitchFamily="34" charset="0"/>
              </a:rPr>
              <a:t>Presented By:</a:t>
            </a:r>
            <a:endParaRPr lang="en-IN" altLang="en-US" b="1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IN" altLang="en-US" b="1" dirty="0">
                <a:latin typeface="Arial" panose="020B0604020202020204" pitchFamily="34" charset="0"/>
              </a:rPr>
              <a:t>1</a:t>
            </a:r>
            <a:r>
              <a:rPr lang="en-IN" altLang="en-US" b="1" baseline="30000" dirty="0">
                <a:latin typeface="Arial" panose="020B0604020202020204" pitchFamily="34" charset="0"/>
              </a:rPr>
              <a:t>st</a:t>
            </a:r>
            <a:r>
              <a:rPr lang="en-IN" altLang="en-US" b="1" dirty="0">
                <a:latin typeface="Arial" panose="020B0604020202020204" pitchFamily="34" charset="0"/>
              </a:rPr>
              <a:t> Student Name (USN)</a:t>
            </a:r>
            <a:endParaRPr lang="en-IN" altLang="en-US" b="1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IN" altLang="en-US" b="1" dirty="0">
                <a:latin typeface="Arial" panose="020B0604020202020204" pitchFamily="34" charset="0"/>
              </a:rPr>
              <a:t>2</a:t>
            </a:r>
            <a:r>
              <a:rPr lang="en-IN" altLang="en-US" b="1" baseline="30000" dirty="0">
                <a:latin typeface="Arial" panose="020B0604020202020204" pitchFamily="34" charset="0"/>
              </a:rPr>
              <a:t>nd</a:t>
            </a:r>
            <a:r>
              <a:rPr lang="en-IN" altLang="en-US" b="1" dirty="0">
                <a:latin typeface="Arial" panose="020B0604020202020204" pitchFamily="34" charset="0"/>
              </a:rPr>
              <a:t> Student Name (USN)</a:t>
            </a:r>
            <a:endParaRPr lang="en-IN" altLang="en-US" b="1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IN" altLang="en-US" b="1" dirty="0">
                <a:latin typeface="Arial" panose="020B0604020202020204" pitchFamily="34" charset="0"/>
              </a:rPr>
              <a:t>…</a:t>
            </a:r>
            <a:endParaRPr lang="en-IN" altLang="en-US" b="1" dirty="0">
              <a:latin typeface="Arial" panose="020B0604020202020204" pitchFamily="34" charset="0"/>
            </a:endParaRPr>
          </a:p>
        </p:txBody>
      </p:sp>
      <p:sp>
        <p:nvSpPr>
          <p:cNvPr id="18437" name="TextBox 5"/>
          <p:cNvSpPr txBox="1"/>
          <p:nvPr/>
        </p:nvSpPr>
        <p:spPr>
          <a:xfrm>
            <a:off x="1619250" y="2084388"/>
            <a:ext cx="59055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IN" alt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Major Project Phase-I</a:t>
            </a:r>
            <a:endParaRPr lang="en-IN" altLang="en-US" sz="24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8438" name="Rectangle 3"/>
          <p:cNvSpPr txBox="1"/>
          <p:nvPr/>
        </p:nvSpPr>
        <p:spPr>
          <a:xfrm>
            <a:off x="381000" y="1319213"/>
            <a:ext cx="8763000" cy="7318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</a:pPr>
            <a:r>
              <a:rPr lang="en-US" altLang="en-US" sz="2800" b="1" dirty="0">
                <a:solidFill>
                  <a:srgbClr val="0D0D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Department of </a:t>
            </a:r>
            <a:r>
              <a:rPr lang="en-IN" altLang="en-US" sz="2800" b="1" dirty="0">
                <a:solidFill>
                  <a:srgbClr val="0D0D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Computer Science an</a:t>
            </a:r>
            <a:r>
              <a:rPr lang="en-US" altLang="en-IN" sz="2800" b="1" dirty="0">
                <a:solidFill>
                  <a:srgbClr val="0D0D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 Engineering</a:t>
            </a:r>
            <a:endParaRPr lang="en-US" altLang="en-IN" sz="2800" b="1" dirty="0">
              <a:solidFill>
                <a:srgbClr val="0D0D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439" name="TextBox 5"/>
          <p:cNvSpPr txBox="1"/>
          <p:nvPr/>
        </p:nvSpPr>
        <p:spPr>
          <a:xfrm>
            <a:off x="1752600" y="4119563"/>
            <a:ext cx="59055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IN" altLang="en-US" sz="2000" b="1" dirty="0">
                <a:solidFill>
                  <a:srgbClr val="00321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 the Supervision Of</a:t>
            </a:r>
            <a:endParaRPr lang="en-IN" altLang="en-US" sz="2000" b="1" dirty="0">
              <a:solidFill>
                <a:srgbClr val="00321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eaLnBrk="1" hangingPunct="1"/>
            <a:r>
              <a:rPr lang="en-IN" altLang="en-US" sz="2000" b="1" dirty="0">
                <a:solidFill>
                  <a:srgbClr val="00321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GUIDE NAME</a:t>
            </a:r>
            <a:endParaRPr lang="en-IN" altLang="en-US" sz="2000" b="1" dirty="0">
              <a:solidFill>
                <a:srgbClr val="003217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8440" name="Slide Number Placeholder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2000" dirty="0">
                <a:solidFill>
                  <a:srgbClr val="FEFFFF"/>
                </a:solidFill>
              </a:rPr>
            </a:fld>
            <a:endParaRPr lang="en-US" altLang="en-US" sz="2000" dirty="0">
              <a:solidFill>
                <a:srgbClr val="FEFFFF"/>
              </a:solidFill>
            </a:endParaRPr>
          </a:p>
        </p:txBody>
      </p:sp>
      <p:pic>
        <p:nvPicPr>
          <p:cNvPr id="2" name="Picture 1" descr="WhatsApp Image 2026-10-21 at 13.31.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-10160"/>
            <a:ext cx="2409825" cy="1162050"/>
          </a:xfrm>
          <a:prstGeom prst="rect">
            <a:avLst/>
          </a:prstGeom>
        </p:spPr>
      </p:pic>
      <p:pic>
        <p:nvPicPr>
          <p:cNvPr id="3" name="Picture 2" descr="WhatsApp Image 2026-10-21 at 13.31.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52400"/>
            <a:ext cx="2571750" cy="904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676400" y="573088"/>
            <a:ext cx="6589713" cy="747712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IN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Overview</a:t>
            </a:r>
            <a:endParaRPr lang="en-IN" altLang="en-US" b="1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676400" y="1824038"/>
            <a:ext cx="6591300" cy="377825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IN" altLang="en-US" dirty="0">
                <a:latin typeface="Calibri" panose="020F0502020204030204" pitchFamily="34" charset="0"/>
                <a:cs typeface="Calibri" panose="020F0502020204030204" pitchFamily="34" charset="0"/>
              </a:rPr>
              <a:t>Abstract</a:t>
            </a:r>
            <a:endParaRPr lang="en-I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IN" altLang="en-US" dirty="0">
                <a:latin typeface="Calibri" panose="020F0502020204030204" pitchFamily="34" charset="0"/>
                <a:cs typeface="Calibri" panose="020F0502020204030204" pitchFamily="34" charset="0"/>
              </a:rPr>
              <a:t>Project </a:t>
            </a:r>
            <a:r>
              <a:rPr lang="en-US" altLang="en-IN" dirty="0">
                <a:latin typeface="Calibri" panose="020F0502020204030204" pitchFamily="34" charset="0"/>
                <a:cs typeface="Calibri" panose="020F0502020204030204" pitchFamily="34" charset="0"/>
              </a:rPr>
              <a:t>Objectives</a:t>
            </a:r>
            <a:endParaRPr lang="en-I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Literature Survey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IN" dirty="0">
                <a:latin typeface="Calibri" panose="020F0502020204030204" pitchFamily="34" charset="0"/>
                <a:cs typeface="Calibri" panose="020F0502020204030204" pitchFamily="34" charset="0"/>
              </a:rPr>
              <a:t>Research Gap </a:t>
            </a:r>
            <a:endParaRPr lang="en-US" alt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IN" altLang="en-US" dirty="0">
                <a:latin typeface="Calibri" panose="020F0502020204030204" pitchFamily="34" charset="0"/>
                <a:cs typeface="Calibri" panose="020F0502020204030204" pitchFamily="34" charset="0"/>
              </a:rPr>
              <a:t>Innovation &amp; Potential Impact</a:t>
            </a:r>
            <a:endParaRPr lang="en-I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Proposed Methodology &amp; Technical Design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Implementation Screenshot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IN" altLang="en-US" dirty="0">
                <a:latin typeface="Calibri" panose="020F0502020204030204" pitchFamily="34" charset="0"/>
                <a:cs typeface="Calibri" panose="020F0502020204030204" pitchFamily="34" charset="0"/>
              </a:rPr>
              <a:t>Deliverable</a:t>
            </a:r>
            <a:endParaRPr lang="en-I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IN" altLang="en-US" dirty="0"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lang="en-I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en-I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en-IN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950913" y="6165850"/>
            <a:ext cx="1066800" cy="369888"/>
          </a:xfrm>
          <a:noFill/>
        </p:spPr>
        <p:txBody>
          <a:bodyPr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5839E0-7EC2-48C7-B32E-2EBA9045D97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2" name="Slide Number Placeholder 1"/>
          <p:cNvSpPr txBox="1">
            <a:spLocks noGrp="1"/>
          </p:cNvSpPr>
          <p:nvPr>
            <p:ph type="sldNum" sz="quarter" idx="4"/>
          </p:nvPr>
        </p:nvSpPr>
        <p:spPr>
          <a:xfrm>
            <a:off x="7948613" y="6140450"/>
            <a:ext cx="776287" cy="365125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12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1676400" y="573088"/>
            <a:ext cx="6589713" cy="747712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IN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Abstract</a:t>
            </a:r>
            <a:endParaRPr lang="en-IN" altLang="en-US" b="1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914400" y="1474788"/>
            <a:ext cx="79248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en-IN" altLang="en-US" sz="14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0484" name="Slide Number Placeholder 1"/>
          <p:cNvSpPr txBox="1">
            <a:spLocks noGrp="1"/>
          </p:cNvSpPr>
          <p:nvPr>
            <p:ph type="sldNum" sz="quarter" idx="4"/>
          </p:nvPr>
        </p:nvSpPr>
        <p:spPr>
          <a:xfrm>
            <a:off x="7948613" y="6140450"/>
            <a:ext cx="776287" cy="365125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12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7" name="Date Placeholder 1"/>
          <p:cNvSpPr txBox="1">
            <a:spLocks noGrp="1"/>
          </p:cNvSpPr>
          <p:nvPr>
            <p:ph type="dt" sz="half" idx="2"/>
          </p:nvPr>
        </p:nvSpPr>
        <p:spPr>
          <a:xfrm>
            <a:off x="1943100" y="6156325"/>
            <a:ext cx="876300" cy="369888"/>
          </a:xfrm>
          <a:noFill/>
        </p:spPr>
        <p:txBody>
          <a:bodyPr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778DE5B-F44E-46D0-A94E-2009DE896E7E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2819400" y="6156325"/>
            <a:ext cx="5129213" cy="365125"/>
          </a:xfrm>
          <a:noFill/>
        </p:spPr>
        <p:txBody>
          <a:bodyPr lIns="91440" tIns="45720" rIns="91440" bIns="45720" rtlCol="0" anchor="ctr"/>
          <a:lstStyle>
            <a:lvl1pPr algn="ctr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175" y="485775"/>
            <a:ext cx="6589713" cy="747713"/>
          </a:xfrm>
        </p:spPr>
        <p:txBody>
          <a:bodyPr vert="horz" wrap="square" lIns="91440" tIns="45720" rIns="91440" bIns="45720" numCol="1" rtlCol="0" anchor="t" anchorCtr="0" compatLnSpc="1">
            <a:normAutofit fontScale="9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Project </a:t>
            </a:r>
            <a:r>
              <a:rPr lang="en-US" altLang="en-IN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Objectives</a:t>
            </a:r>
            <a:b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</a:b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21507" name="Slide Number Placeholder 2"/>
          <p:cNvSpPr txBox="1">
            <a:spLocks noGrp="1"/>
          </p:cNvSpPr>
          <p:nvPr>
            <p:ph type="sldNum" sz="quarter" idx="4"/>
          </p:nvPr>
        </p:nvSpPr>
        <p:spPr>
          <a:xfrm>
            <a:off x="8243888" y="6156325"/>
            <a:ext cx="585787" cy="365125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12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7" name="Date Placeholder 1"/>
          <p:cNvSpPr txBox="1">
            <a:spLocks noGrp="1"/>
          </p:cNvSpPr>
          <p:nvPr>
            <p:ph type="dt" sz="half" idx="2"/>
          </p:nvPr>
        </p:nvSpPr>
        <p:spPr>
          <a:xfrm>
            <a:off x="1943100" y="6156325"/>
            <a:ext cx="876300" cy="369888"/>
          </a:xfrm>
          <a:noFill/>
        </p:spPr>
        <p:txBody>
          <a:bodyPr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FB05B1B-9762-4603-A45F-B5AA1F1781ED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2819400" y="6156325"/>
            <a:ext cx="5257800" cy="365125"/>
          </a:xfrm>
          <a:noFill/>
        </p:spPr>
        <p:txBody>
          <a:bodyPr lIns="91440" tIns="45720" rIns="91440" bIns="45720" rtlCol="0" anchor="ctr"/>
          <a:lstStyle>
            <a:lvl1pPr algn="ctr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10" name="Rectangle 8"/>
          <p:cNvSpPr>
            <a:spLocks noGrp="1"/>
          </p:cNvSpPr>
          <p:nvPr>
            <p:ph idx="1"/>
          </p:nvPr>
        </p:nvSpPr>
        <p:spPr>
          <a:xfrm>
            <a:off x="1654175" y="2870200"/>
            <a:ext cx="6284913" cy="1462088"/>
          </a:xfrm>
          <a:ln/>
        </p:spPr>
        <p:txBody>
          <a:bodyPr vert="horz" wrap="square" lIns="91440" tIns="45720" rIns="91440" bIns="45720" anchor="ctr" anchorCtr="0">
            <a:spAutoFit/>
          </a:bodyPr>
          <a:p>
            <a:pPr eaLnBrk="1" hangingPunct="1"/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Purpose and Objectives:  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Problem and relevance: 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Scope boundaries: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Key Deliverables:</a:t>
            </a: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1116013" y="25400"/>
            <a:ext cx="6934200" cy="747713"/>
          </a:xfrm>
          <a:ln/>
        </p:spPr>
        <p:txBody>
          <a:bodyPr vert="horz" wrap="square" lIns="91440" tIns="45720" rIns="91440" bIns="45720" anchor="t" anchorCtr="0"/>
          <a:p>
            <a:pPr algn="ctr" eaLnBrk="1" hangingPunct="1"/>
            <a:r>
              <a:rPr lang="en-IN" altLang="en-US" dirty="0">
                <a:latin typeface="Calibri" panose="020F0502020204030204" pitchFamily="34" charset="0"/>
                <a:cs typeface="Calibri" panose="020F0502020204030204" pitchFamily="34" charset="0"/>
              </a:rPr>
              <a:t>Requirement Specification &amp; Validation</a:t>
            </a:r>
            <a:endParaRPr lang="en-IN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1828800" y="1666875"/>
            <a:ext cx="6591300" cy="377825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en-I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en-IN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2532" name="Slide Number Placeholder 1"/>
          <p:cNvSpPr txBox="1">
            <a:spLocks noGrp="1"/>
          </p:cNvSpPr>
          <p:nvPr>
            <p:ph type="sldNum" sz="quarter" idx="4"/>
          </p:nvPr>
        </p:nvSpPr>
        <p:spPr>
          <a:xfrm>
            <a:off x="7948613" y="6140450"/>
            <a:ext cx="776287" cy="365125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12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7" name="Date Placeholder 1"/>
          <p:cNvSpPr txBox="1">
            <a:spLocks noGrp="1"/>
          </p:cNvSpPr>
          <p:nvPr>
            <p:ph type="dt" sz="half" idx="2"/>
          </p:nvPr>
        </p:nvSpPr>
        <p:spPr>
          <a:xfrm>
            <a:off x="1943100" y="6156325"/>
            <a:ext cx="876300" cy="369888"/>
          </a:xfrm>
          <a:noFill/>
        </p:spPr>
        <p:txBody>
          <a:bodyPr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CA46945-D6FD-4D2B-A870-C7080251F0A1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2819400" y="6156325"/>
            <a:ext cx="5129213" cy="365125"/>
          </a:xfrm>
          <a:noFill/>
        </p:spPr>
        <p:txBody>
          <a:bodyPr lIns="91440" tIns="45720" rIns="91440" bIns="45720" rtlCol="0" anchor="ctr"/>
          <a:lstStyle>
            <a:lvl1pPr algn="ctr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535" name="Rectangle 8"/>
          <p:cNvSpPr txBox="1"/>
          <p:nvPr/>
        </p:nvSpPr>
        <p:spPr>
          <a:xfrm>
            <a:off x="1611313" y="2763838"/>
            <a:ext cx="6337300" cy="1584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1" hangingPunct="1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</a:pPr>
            <a:r>
              <a:rPr lang="en-US" altLang="en-US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Target users:  </a:t>
            </a:r>
            <a:endParaRPr lang="en-US" altLang="en-US" dirty="0">
              <a:solidFill>
                <a:srgbClr val="4040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1" hangingPunct="1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</a:pPr>
            <a:r>
              <a:rPr lang="en-US" altLang="en-US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Expected outcomes and goals:  </a:t>
            </a:r>
            <a:endParaRPr lang="en-US" altLang="en-US" dirty="0">
              <a:solidFill>
                <a:srgbClr val="4040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1" hangingPunct="1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</a:pPr>
            <a:r>
              <a:rPr lang="en-US" altLang="en-US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Tech/tools:  </a:t>
            </a:r>
            <a:endParaRPr lang="en-US" altLang="en-US" dirty="0">
              <a:solidFill>
                <a:srgbClr val="4040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1" hangingPunct="1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</a:pPr>
            <a:r>
              <a:rPr lang="en-US" altLang="en-US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Assumptions &amp; constraints:</a:t>
            </a:r>
            <a:endParaRPr lang="en-US" altLang="en-US" dirty="0">
              <a:solidFill>
                <a:srgbClr val="40404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1666875" y="579438"/>
            <a:ext cx="6589713" cy="747712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IN" altLang="en-US" dirty="0">
                <a:latin typeface="Calibri" panose="020F0502020204030204" pitchFamily="34" charset="0"/>
                <a:cs typeface="Calibri" panose="020F0502020204030204" pitchFamily="34" charset="0"/>
              </a:rPr>
              <a:t>Innovation &amp; Potential Impact</a:t>
            </a:r>
            <a:endParaRPr lang="en-IN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1863725" y="1173163"/>
            <a:ext cx="6591300" cy="9906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en-I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en-IN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3556" name="Slide Number Placeholder 1"/>
          <p:cNvSpPr txBox="1">
            <a:spLocks noGrp="1"/>
          </p:cNvSpPr>
          <p:nvPr>
            <p:ph type="sldNum" sz="quarter" idx="4"/>
          </p:nvPr>
        </p:nvSpPr>
        <p:spPr>
          <a:xfrm>
            <a:off x="7948613" y="6140450"/>
            <a:ext cx="776287" cy="365125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12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7" name="Date Placeholder 1"/>
          <p:cNvSpPr txBox="1">
            <a:spLocks noGrp="1"/>
          </p:cNvSpPr>
          <p:nvPr>
            <p:ph type="dt" sz="half" idx="2"/>
          </p:nvPr>
        </p:nvSpPr>
        <p:spPr>
          <a:xfrm>
            <a:off x="1943100" y="6156325"/>
            <a:ext cx="876300" cy="369888"/>
          </a:xfrm>
          <a:noFill/>
        </p:spPr>
        <p:txBody>
          <a:bodyPr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66F013C-0AF5-409F-B760-D3BF1868ADB5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2"/>
          <p:cNvSpPr txBox="1">
            <a:spLocks noGrp="1"/>
          </p:cNvSpPr>
          <p:nvPr>
            <p:ph type="ftr" sz="quarter" idx="3"/>
          </p:nvPr>
        </p:nvSpPr>
        <p:spPr>
          <a:xfrm>
            <a:off x="2819400" y="6156325"/>
            <a:ext cx="5129213" cy="365125"/>
          </a:xfrm>
          <a:noFill/>
        </p:spPr>
        <p:txBody>
          <a:bodyPr lIns="91440" tIns="45720" rIns="91440" bIns="45720" rtlCol="0" anchor="ctr"/>
          <a:lstStyle>
            <a:lvl1pPr algn="ctr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559" name="Content Placeholder 2"/>
          <p:cNvSpPr txBox="1"/>
          <p:nvPr/>
        </p:nvSpPr>
        <p:spPr>
          <a:xfrm>
            <a:off x="1828800" y="1905000"/>
            <a:ext cx="6591300" cy="37782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</a:pPr>
            <a:endParaRPr lang="en-IN" altLang="en-US" dirty="0">
              <a:solidFill>
                <a:srgbClr val="4040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1" hangingPunct="1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</a:pPr>
            <a:endParaRPr lang="en-IN" altLang="en-US" dirty="0">
              <a:solidFill>
                <a:srgbClr val="40404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3560" name="Rectangle 8"/>
          <p:cNvSpPr txBox="1"/>
          <p:nvPr/>
        </p:nvSpPr>
        <p:spPr>
          <a:xfrm>
            <a:off x="415925" y="2371725"/>
            <a:ext cx="8763000" cy="3055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1" hangingPunct="1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</a:pPr>
            <a:r>
              <a:rPr lang="en-US" altLang="en-US" sz="14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Innovation aspects:  </a:t>
            </a:r>
            <a:endParaRPr lang="en-US" altLang="en-US" sz="1400" dirty="0">
              <a:solidFill>
                <a:srgbClr val="4040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1" hangingPunct="1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</a:pPr>
            <a:r>
              <a:rPr lang="en-US" altLang="en-US" sz="14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Differentiators from existing solutions:  </a:t>
            </a:r>
            <a:endParaRPr lang="en-US" altLang="en-US" sz="1400" dirty="0">
              <a:solidFill>
                <a:srgbClr val="4040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1" hangingPunct="1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</a:pPr>
            <a:r>
              <a:rPr lang="en-US" altLang="en-US" sz="14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Creative problem solving techniques: </a:t>
            </a:r>
            <a:endParaRPr lang="en-US" altLang="en-US" sz="1400" dirty="0">
              <a:solidFill>
                <a:srgbClr val="4040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1" hangingPunct="1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</a:pPr>
            <a:r>
              <a:rPr lang="en-US" altLang="en-US" sz="14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Potential impact: </a:t>
            </a:r>
            <a:endParaRPr lang="en-US" altLang="en-US" sz="1400" dirty="0">
              <a:solidFill>
                <a:srgbClr val="4040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1" hangingPunct="1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</a:pPr>
            <a:r>
              <a:rPr lang="en-US" altLang="en-US" sz="14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SGD Alignment: </a:t>
            </a:r>
            <a:endParaRPr lang="en-US" altLang="en-US" sz="1400" dirty="0">
              <a:solidFill>
                <a:srgbClr val="4040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1" hangingPunct="1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</a:pPr>
            <a:r>
              <a:rPr lang="en-US" altLang="en-US" sz="14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Scalability and future scope: </a:t>
            </a:r>
            <a:endParaRPr lang="en-US" altLang="en-US" sz="1400" dirty="0">
              <a:solidFill>
                <a:srgbClr val="4040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1" hangingPunct="1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</a:pPr>
            <a:r>
              <a:rPr lang="en-US" altLang="en-US" sz="14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Commercialization/Deployment: </a:t>
            </a:r>
            <a:endParaRPr lang="en-US" altLang="en-US" sz="1400" dirty="0">
              <a:solidFill>
                <a:srgbClr val="4040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1" hangingPunct="1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</a:pPr>
            <a:r>
              <a:rPr lang="en-US" altLang="en-US" sz="14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Academic &amp; research contribution: 	</a:t>
            </a:r>
            <a:endParaRPr lang="en-US" altLang="en-US" sz="1400" dirty="0">
              <a:solidFill>
                <a:srgbClr val="4040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1" hangingPunct="1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</a:pPr>
            <a:endParaRPr lang="en-US" altLang="en-US" sz="1400" dirty="0">
              <a:solidFill>
                <a:srgbClr val="40404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1676400" y="573088"/>
            <a:ext cx="6589713" cy="747712"/>
          </a:xfrm>
          <a:ln/>
        </p:spPr>
        <p:txBody>
          <a:bodyPr vert="horz" wrap="square" lIns="91440" tIns="45720" rIns="91440" bIns="45720" anchor="t" anchorCtr="0"/>
          <a:p>
            <a:pPr algn="ctr" eaLnBrk="1" hangingPunct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Literature Survey</a:t>
            </a:r>
            <a:b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alt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IN" altLang="en-US" b="1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1657350" y="6091238"/>
            <a:ext cx="1066800" cy="365125"/>
          </a:xfrm>
          <a:noFill/>
        </p:spPr>
        <p:txBody>
          <a:bodyPr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EE6738C-772C-4E73-838E-B24548ECEE9B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762000" y="1219200"/>
          <a:ext cx="8077200" cy="553085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15440"/>
                <a:gridCol w="1615440"/>
                <a:gridCol w="1615440"/>
                <a:gridCol w="1615440"/>
                <a:gridCol w="1615440"/>
              </a:tblGrid>
              <a:tr h="1492323">
                <a:tc>
                  <a:txBody>
                    <a:bodyPr/>
                    <a:lstStyle/>
                    <a:p>
                      <a:r>
                        <a:rPr lang="en-IN" sz="1800" dirty="0"/>
                        <a:t>Author’s Name/ Paper Title </a:t>
                      </a:r>
                      <a:endParaRPr lang="en-IN" sz="1800" dirty="0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Conference/Journal Name and year</a:t>
                      </a:r>
                      <a:endParaRPr lang="en-IN" sz="1800" dirty="0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Technology/ Design</a:t>
                      </a:r>
                      <a:endParaRPr lang="en-IN" sz="1800" dirty="0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Results shared by author</a:t>
                      </a:r>
                      <a:endParaRPr lang="en-IN" sz="1800" dirty="0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What you infer</a:t>
                      </a:r>
                      <a:endParaRPr lang="en-IN" sz="1800" dirty="0"/>
                    </a:p>
                  </a:txBody>
                  <a:tcPr marT="45722" marB="45722"/>
                </a:tc>
              </a:tr>
              <a:tr h="2103082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 marT="45722" marB="45722"/>
                </a:tc>
              </a:tr>
              <a:tr h="1935445">
                <a:tc>
                  <a:txBody>
                    <a:bodyPr/>
                    <a:lstStyle/>
                    <a:p>
                      <a:endParaRPr lang="en-IN" sz="1200" b="0" dirty="0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endParaRPr lang="en-IN" sz="1000" b="0" dirty="0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 marT="45722" marB="45722"/>
                </a:tc>
              </a:tr>
            </a:tbl>
          </a:graphicData>
        </a:graphic>
      </p:graphicFrame>
      <p:sp>
        <p:nvSpPr>
          <p:cNvPr id="24607" name="Slide Number Placeholder 2"/>
          <p:cNvSpPr txBox="1">
            <a:spLocks noGrp="1"/>
          </p:cNvSpPr>
          <p:nvPr>
            <p:ph type="sldNum" sz="quarter" idx="4"/>
          </p:nvPr>
        </p:nvSpPr>
        <p:spPr>
          <a:xfrm>
            <a:off x="7948613" y="6140450"/>
            <a:ext cx="776287" cy="365125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12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1676400" y="573088"/>
            <a:ext cx="6589713" cy="747712"/>
          </a:xfrm>
          <a:ln/>
        </p:spPr>
        <p:txBody>
          <a:bodyPr vert="horz" wrap="square" lIns="91440" tIns="45720" rIns="91440" bIns="45720" anchor="t" anchorCtr="0"/>
          <a:p>
            <a:pPr algn="ctr" eaLnBrk="1" hangingPunct="1"/>
            <a:r>
              <a:rPr lang="en-IN" altLang="en-US" dirty="0">
                <a:latin typeface="Calibri" panose="020F0502020204030204" pitchFamily="34" charset="0"/>
                <a:cs typeface="Calibri" panose="020F0502020204030204" pitchFamily="34" charset="0"/>
              </a:rPr>
              <a:t>High-Level Design</a:t>
            </a:r>
            <a:endParaRPr lang="en-IN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1371600" y="6099175"/>
            <a:ext cx="1066800" cy="369888"/>
          </a:xfrm>
          <a:noFill/>
        </p:spPr>
        <p:txBody>
          <a:bodyPr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39FD1F-834A-4638-B533-B13C9FA93A13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05" name="Slide Number Placeholder 1"/>
          <p:cNvSpPr txBox="1">
            <a:spLocks noGrp="1"/>
          </p:cNvSpPr>
          <p:nvPr>
            <p:ph type="sldNum" sz="quarter" idx="4"/>
          </p:nvPr>
        </p:nvSpPr>
        <p:spPr>
          <a:xfrm>
            <a:off x="7948613" y="6140450"/>
            <a:ext cx="776287" cy="365125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12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25606" name="Content Placeholder 1"/>
          <p:cNvSpPr>
            <a:spLocks noGrp="1"/>
          </p:cNvSpPr>
          <p:nvPr>
            <p:ph idx="1"/>
          </p:nvPr>
        </p:nvSpPr>
        <p:spPr>
          <a:xfrm>
            <a:off x="1943100" y="2133600"/>
            <a:ext cx="6591300" cy="3778250"/>
          </a:xfrm>
          <a:ln/>
        </p:spPr>
        <p:txBody>
          <a:bodyPr vert="horz" wrap="square" lIns="91440" tIns="45720" rIns="91440" bIns="45720" anchor="t" anchorCtr="0"/>
          <a:p>
            <a:endParaRPr lang="en-IN" altLang="x-non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447800" y="366713"/>
            <a:ext cx="6589713" cy="747712"/>
          </a:xfrm>
          <a:ln/>
        </p:spPr>
        <p:txBody>
          <a:bodyPr vert="horz" wrap="square" lIns="91440" tIns="45720" rIns="91440" bIns="45720" anchor="t" anchorCtr="0"/>
          <a:p>
            <a:pPr algn="ctr" eaLnBrk="1" hangingPunct="1"/>
            <a:r>
              <a:rPr lang="en-IN" altLang="en-US" dirty="0">
                <a:latin typeface="Calibri" panose="020F0502020204030204" pitchFamily="34" charset="0"/>
                <a:cs typeface="Calibri" panose="020F0502020204030204" pitchFamily="34" charset="0"/>
              </a:rPr>
              <a:t>High-Level Design for the final system (proposed)</a:t>
            </a:r>
            <a:endParaRPr lang="en-IN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1371600" y="6099175"/>
            <a:ext cx="1066800" cy="369888"/>
          </a:xfrm>
          <a:noFill/>
        </p:spPr>
        <p:txBody>
          <a:bodyPr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39FD1F-834A-4638-B533-B13C9FA93A13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629" name="Slide Number Placeholder 1"/>
          <p:cNvSpPr txBox="1">
            <a:spLocks noGrp="1"/>
          </p:cNvSpPr>
          <p:nvPr>
            <p:ph type="sldNum" sz="quarter" idx="4"/>
          </p:nvPr>
        </p:nvSpPr>
        <p:spPr>
          <a:xfrm>
            <a:off x="7948613" y="6140450"/>
            <a:ext cx="776287" cy="365125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12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26630" name="Content Placeholder 1"/>
          <p:cNvSpPr>
            <a:spLocks noGrp="1"/>
          </p:cNvSpPr>
          <p:nvPr>
            <p:ph idx="1"/>
          </p:nvPr>
        </p:nvSpPr>
        <p:spPr>
          <a:xfrm>
            <a:off x="1943100" y="2133600"/>
            <a:ext cx="6591300" cy="3778250"/>
          </a:xfrm>
          <a:ln/>
        </p:spPr>
        <p:txBody>
          <a:bodyPr vert="horz" wrap="square" lIns="91440" tIns="45720" rIns="91440" bIns="45720" anchor="t" anchorCtr="0"/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676400" y="573088"/>
            <a:ext cx="6589713" cy="747712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IN" altLang="en-US" dirty="0">
                <a:latin typeface="Calibri" panose="020F0502020204030204" pitchFamily="34" charset="0"/>
                <a:cs typeface="Calibri" panose="020F0502020204030204" pitchFamily="34" charset="0"/>
              </a:rPr>
              <a:t>List of Deliverables</a:t>
            </a:r>
            <a:endParaRPr lang="en-IN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1920875" y="6103938"/>
            <a:ext cx="1071563" cy="369888"/>
          </a:xfrm>
          <a:noFill/>
        </p:spPr>
        <p:txBody>
          <a:bodyPr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582B55-4E66-4BE5-85A4-28B9CA8A1ACB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53" name="Slide Number Placeholder 1"/>
          <p:cNvSpPr txBox="1">
            <a:spLocks noGrp="1"/>
          </p:cNvSpPr>
          <p:nvPr>
            <p:ph type="sldNum" sz="quarter" idx="4"/>
          </p:nvPr>
        </p:nvSpPr>
        <p:spPr>
          <a:xfrm>
            <a:off x="7948613" y="6140450"/>
            <a:ext cx="776287" cy="365125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12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1676400" y="573088"/>
            <a:ext cx="6589713" cy="747712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IN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lang="en-IN" altLang="en-US" b="1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174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676400" y="1752600"/>
            <a:ext cx="6591300" cy="37782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None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endParaRPr kumimoji="0" lang="en-IN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endParaRPr kumimoji="0" lang="en-IN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EBED0AC-B1C5-4D9E-B8BC-A200B7C1B7E1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Dept of CSE., SOE-Dayananda Sagar University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78" name="Slide Number Placeholder 1"/>
          <p:cNvSpPr txBox="1">
            <a:spLocks noGrp="1"/>
          </p:cNvSpPr>
          <p:nvPr>
            <p:ph type="sldNum" sz="quarter" idx="4"/>
          </p:nvPr>
        </p:nvSpPr>
        <p:spPr>
          <a:xfrm>
            <a:off x="7948613" y="6140450"/>
            <a:ext cx="776287" cy="365125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en-US" sz="900" dirty="0">
                <a:solidFill>
                  <a:srgbClr val="898989"/>
                </a:solidFill>
              </a:rPr>
            </a:fld>
            <a:r>
              <a:rPr lang="en-US" altLang="en-US" sz="900" dirty="0">
                <a:solidFill>
                  <a:srgbClr val="898989"/>
                </a:solidFill>
              </a:rPr>
              <a:t> of 12</a:t>
            </a:r>
            <a:endParaRPr lang="en-US" altLang="en-US" sz="9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1604</Words>
  <Application>WPS Presentation</Application>
  <PresentationFormat>On-screen Show (4:3)</PresentationFormat>
  <Paragraphs>148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Century Gothic</vt:lpstr>
      <vt:lpstr>Wingdings 3</vt:lpstr>
      <vt:lpstr>Calibri</vt:lpstr>
      <vt:lpstr>Microsoft YaHei</vt:lpstr>
      <vt:lpstr>Arial Unicode MS</vt:lpstr>
      <vt:lpstr>Wisp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.:L4zy w4r3z:.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exam</dc:creator>
  <cp:lastModifiedBy>Lenovo</cp:lastModifiedBy>
  <cp:revision>75</cp:revision>
  <dcterms:created xsi:type="dcterms:W3CDTF">2014-02-04T16:39:29Z</dcterms:created>
  <dcterms:modified xsi:type="dcterms:W3CDTF">2026-10-22T16:24:05Z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03A2DF2DCA054515A30B36592F96C437_13</vt:lpwstr>
  </property>
  <property fmtid="{D5CDD505-2E9C-101B-9397-08002B2CF9AE}" pid="3" name="KSOProductBuildVer">
    <vt:lpwstr>1033-12.1.0.29162</vt:lpwstr>
  </property>
</Properties>
</file>